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Модуль 5: Мультимодальный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Работа с изображениями, Vision API и Вайбкодинг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Структура занятия (3 часа)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📚 Часть 1: Теория (1 час)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Что такое мультимодальные модели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Vision capabilities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Генерация изображений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Вайбкодинг и будущее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💻 Часть 2: Практика (1.5 часа)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Анализ изображений с Vision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Создание визуального контента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Создание приложений без кода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📝 Часть 3: Домашнее задание (0.5 часа)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Что такое мультимодальные модели?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🤖 ИИ, работающий с несколькими типами данных одновременно: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Текст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Изображения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Аудио (в разработке)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Видео (скоро)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💡 Пример: вы показываете скриншот с ошибкой — ИИ понимает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весь контекст (код, ошибка, интерфейс)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Модели: GPT-4, Claude 3.5 Sonnet, Gemini 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Vision Capabilities - что умеют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📄 Анализ документов и таблиц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Извлечение данных из изображений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Понимание структуры таблиц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OCR для рукописного текста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📊 Понимание графиков и диаграмм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Извлечение данных из визуализаций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Объяснение трендов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🎨 Анализ дизайна и интерфейсов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Оценка UX/UI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Рекомендации по улучшению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🔧 Техническая диагностика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Анализ ошибок по скриншотам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Помощь в отладке кода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Сравнение Vision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🔵 GPT-4 / GPT-4.5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Лучше для общего анализа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Хорошо понимает контекст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Универсальный выбор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🟣 Claude 3.5 Sonnet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Отлично с кодом на изображениях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Сильнее в технических диаграммах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Детальный анализ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🟢 Gemini 2.0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Лучше с документами и таблицами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Работа с множественными изображениями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Точное извлечение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Генерация изображений через промпты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🎨 Инструменты: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ChatGPT (DALL-E 3/4)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Nanobanana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Midjourney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📝 Структура промпта: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[Субъект] + [Действие] + [Контекст] + [Стиль] + [Параметры]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✨ Ключевые элементы: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Детальное описание (минимум 50 слов)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Стиль: photorealistic, illustration, 3D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Композиция: close-up, wide angle, isometric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Освещение: golden hour, dramatic, natural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Технические детали: 16:9, 4K, high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Примеры эффективных промптов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📱 Для Instagram: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"Современный flat lay с ноутбуком, кофе и блокнотом на белом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мраморном столе, минималистичный стиль, мягкое естественное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освещение, пастельные тона, квадратный формат"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Для презентаций: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"Изометрическая 3D иллюстрация облачной инфраструктуры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с серверами и базами данных, современный корпоративный стиль,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синие тона, чистый фон, 16:9"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🚀 Для маркетинга: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"Профессиональная фотография продукта - беспроводные наушники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на градиентном фоне, студийное освещение, премиальный вид,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крупный план, вертикальный формат"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Типичные ошибки при генерации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❌ Что НЕ делать: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Слишком короткие промпты: 'красивый пейзаж'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Противоречия: 'реалистичный мультяшный стиль'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Слишком сложные сцены (много объектов)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Брендированные названия (Nike, Apple)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Просьба добавить текст (плохо получается)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Что делать: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Детальное описание с характеристиками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Четкий выбор одного стиля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Фокус на 1-3 главных элементах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Общие описания ('спортивная обувь')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Добавлять текст в редакторе отдельно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Вайбкодинг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Coding by Vibe - создание приложений через промпты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Инструменты вайбкодинга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v0.dev от Vercel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Веб-компоненты и UI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React/Next.js код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Когда: лендинги, интерфейсы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💜 Lovable.dev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Полноценные приложения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Frontend + Backend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Когда: web-приложения, MVP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🔷 Claude.ai Artifacts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Быстрые прототипы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Интерактивные компоненты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Когда: дашборды, визуализации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⚡ Дополнительно: Cursor.ai, Replit Agent, Bolt.new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Принципы успешного вайбкодинга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1️⃣ Начните с визуального референса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Покажите скриншот похожего сайта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Опишите конкретные элементы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2️⃣ Итеративный подход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Сначала базовая структура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Затем уточнения по частям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3️⃣ Конкретные требования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Укажите технологии (Tailwind CSS)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Определите layout (mobile-first)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Добавьте функциональность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4️⃣ Комбинированные промпты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Текст + скриншот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Описание + примеры кода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Типичный процесс создания лендинга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⏱️ Этап 1: Идея и референсы (5 мин)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Соберите скриншоты сайтов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Определите ключевые элементы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⏱️ Этап 2: Первая генерация (5-10 мин)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Опишите общую концепцию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Получите базовую версию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⏱️ Этап 3: Итерации (15-30 мин)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Уточняйте каждую секцию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Добавляйте функциональность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⏱️ Этап 4: Финализация (10 мин)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Проверка на мобильных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Деплой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Итого: 30-60 минут = полноценный лендинг!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Будущее мультимодальных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🎵 Аудио capabilities (уже появляются)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Анализ звуковых файлов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Генерация музыки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Voice-to-text с контекстом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🎬 Video capabilities (на подходе)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Анализ видео покадрово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Генерация видео из текста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Редактирование через промпты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🌐 3D и AR/VR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Генерация 3D моделей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Создание VR-сред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🔮 Интеграция всех модальностей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Работа с текстом + изображениями + аудио одновременно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Практическая часть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Hands-on работа с инструментами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Блок 1: Vision - Анализ изображений (30 мин)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📊 Упражнение 1: Извлечение данных из таблиц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Загрузите скриншот таблицы Excel/Sheets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Промпт: извлечь данные в JSON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Сравните GPT-4, Claude, Gemini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🎨 Упражнение 2: Анализ UI/UX дизайна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Скриншот любого лендинга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Получите UX-аудит от 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5 конкретных улучшений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🔧 Упражнение 3: Техническая диагностика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Скриншот кода с ошибкой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ИИ объясняет проблему и решение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Блок 2: Image Generation (30 мин)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📱 Упражнение 4: Контент для соцсетей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1. Анонс продукта (квадратный формат)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2. Мотивационная цитата (фон)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3. Инфографика (изометрия)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Упражнение 5: Маркетинговые материалы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1. Hero-изображение для лендинга (16:9)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2. YouTube превью (яркое, цепляющее)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3. Instagram Stories (вертикальный 9:16)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💡 Задача: единый стиль, профессиональное качество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Блок 3: Вайбкодинг (30 мин)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Упражнение 6: Лендинг на v0.dev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Создать лендинг для AI-сервиса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5 секций: Hero, Features, Pricing, CTA, Footer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Итеративные улучшения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Экспорт и деплой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📊 Упражнение 7: Дашборд в Claude Artifacts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Интерактивный дашборд продаж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Графики, метрики, таблицы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Фильтры и анимации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🚀 Упражнение 8: Demo Lovable.dev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Full-stack todo-приложение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Backend + Frontend за 5 минут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Домашнее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3 задания для закрепления навыков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Задание 1: Серия изображений (30%)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📸 Создать 5 изображений для Instagram: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1. Анонс продукта/услуги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2. Мотивационная цитата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3. Инфографика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4. Behind the scenes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5. User testimonial фон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Требования: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Единая цветовая схема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Согласованный стиль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Квадратный формат 1:1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Готовы к публикации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📤 Что отправить: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5 изображений + документ с промптами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Задание 2: Анализ инфографик (30%)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🔍 Найти и проанализировать 5 сложных инфографик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📊 Где искать: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Годовые отчеты компаний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Научные статьи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Дата-журналистика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Маркетинговые отчеты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🤖 Что делать: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Анализ с помощью GPT-4, Claude, Gemini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Извлечение данных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Критика визуализации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Сравнение моделей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📤 Что отправить: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5 инфографик + анализ + таблица сравнения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Задание 3: Создание лендинга (40%)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ГЛАВНОЕ ЗАДАНИЕ: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Создать полноценный one-page лендинг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🛠️ Инструменты: v0.dev, Lovable.dev или Claude Artifacts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Обязательные элементы: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Hero section с CTA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Features (минимум 3)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Social proof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Pricing (опционально)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Final CTA с формой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Footer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📱 Требования: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Адаптивный дизайн (mobile-friendly)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Плавные анимации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Hover эффекты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Что отправить для лендинга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1️⃣ Ссылка на live-версию (обязательно!)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Deploy на Vercel/Netlify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Рабочая публичная ссылка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2️⃣ Документ с промптами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Начальный промпт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Все итерации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Финальные уточнения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3️⃣ Скриншоты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Desktop версия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Mobile версия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4️⃣ Рефлексия (200-300 слов)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Что было сложно?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Какие промпты работали лучше?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Что бы сделали иначе?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Критерии оценки лендинга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Функциональность (25%)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Все элементы работают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Формы валидируются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Навигация функционирует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🎨 Дизайн (25%)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Профессиональный вид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Визуальная иерархия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Единый стиль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📱 Адаптивность (20%)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Mobile-friendly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Корректное отображение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✍️ Качество промптов (15%)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Детальность и эффективность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💡 Креативность (15%)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Оригинальность и применимость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Дополнительные баллы (+10% каждый)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🎬 Сложная интерактивность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Scroll animations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Parallax effects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Сложные transitions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📧 Интеграция с real API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Реальная отправка форм на email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Подключение к сервисам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🌓 Продвинутые фичи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Dark mode toggle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Мультиязычность (i18n)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PWA возможности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♿ Accessibility best practices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ARIA labels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Keyboard navigation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Screen reader support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Советы для успешного выполнения ДЗ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💡 Не спешите с первым промптом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→ Лучше 10 минут на детали, чем переделка всего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🔄 Итерируйте по секциям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→ Улучшайте постепенно, фокус на одной части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🎨 Используйте референсы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→ Найдите 3 примера, которые нравятся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📱 Тестируйте рано и часто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→ Проверяйте мобильную версию после каждой итерации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📝 Документируйте процесс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→ Сохраняйте все промпты сразу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🤝 Просите помощь ИИ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→ Спрашивайте: 'Как улучшить эту секцию?'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Полезные ресурсы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📚 Документация: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v0.dev/docs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Lovable.dev documentation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Claude.ai help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🎨 Вдохновение: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v0.dev examples gallery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Dribbble, Behance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Awwwards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💬 Сообщества: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r/ChatGPT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v0.dev Discord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Claude AI community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🎓 Обучающие материалы: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DALL-E prompt engineering guide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OpenAI Vision API docs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Claude Vision capabilities guide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Дедлайн и формат сдачи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📅 Дедлайн: до следующего занятия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📤 Куда отправить: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Общий чат группы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📦 Формат: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Ссылка на лендинг (обязательно!)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Архив с документацией (промпты, скриншоты, рефлексия)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Отдельные файлы для заданий 1 и 2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❓ Где получить помощь: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Общий чат для вопросов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Преподаватель доступен для консультаций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🎯 На следующем занятии: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Разбор лучших работ и обсуждение подходов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Ключевые выводы занятия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Мультимодальность — это реальность сегодня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GPT-4, Claude, Gemini уже умеют работать с изображениями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Vision capabilities меняют workflow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Анализ документов, UX-аудит, отладка через скриншоты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Генерация изображений — мощный инструмент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Качественные промпты = качественный результат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Вайбкодинг ускоряет разработку в 10 раз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За час создаем то, на что раньше уходили дни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✅ Итеративный подход работает лучше всего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   • Сначала база, потом детали</a:t>
            </a: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1F2937"/>
                </a:solidFill>
              </a:defRPr>
            </a:pPr>
            <a:r>
              <a:t>🚀 Будущее уже здесь — используйте эти инструменты!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Вопросы?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B82F6"/>
                </a:solidFill>
              </a:defRPr>
            </a:pPr>
            <a:r>
              <a:t>Начинайте работу над ДЗ!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📌 Не забудьте:</a:t>
            </a:r>
          </a:p>
          <a:p>
            <a:pPr algn="ctr"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</a:p>
          <a:p>
            <a:pPr algn="ctr"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• Создать 5 изображений для Instagram</a:t>
            </a:r>
          </a:p>
          <a:p>
            <a:pPr algn="ctr"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• Проанализировать 5 инфографик</a:t>
            </a:r>
          </a:p>
          <a:p>
            <a:pPr algn="ctr"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• Создать и задеплоить лендинг</a:t>
            </a:r>
          </a:p>
          <a:p>
            <a:pPr algn="ctr"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</a:p>
          <a:p>
            <a:pPr algn="ctr">
              <a:spcBef>
                <a:spcPts val="600"/>
              </a:spcBef>
              <a:defRPr sz="2200">
                <a:solidFill>
                  <a:srgbClr val="1F2937"/>
                </a:solidFill>
              </a:defRPr>
            </a:pPr>
            <a:r>
              <a:t>🚀 Увидимся на следующем занятии!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