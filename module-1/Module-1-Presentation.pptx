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Модуль 1: Введение в ИИ и</a:t>
            </a:r>
            <a:br/>
            <a:r>
              <a:t>современный промпт-инжиниринг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Курс промпт-инжиниринга 2.0 • 3 часа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О чем этот модуль?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Эволюция ИИ: от GPT-3 до современных моделей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Что такое промпт-инжиниринг в 2025 году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Карьерные перспективы и зарплаты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Обзор бесплатных платформ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Практика: регистрация и первые промпты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Сравнение моделей на реальных задачах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Программа (3 часа)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0:00-1:20 | ТЕОРИЯ: ИИ, промптинг, карьера, платформы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1:20-1:30 | Кофе-брейк ☕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1:30-2:00 | ПРАКТИКА: Регистрация на платформах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2:00-2:30 | ПРАКТИКА: Первые промпты и сравнение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2:30-2:50 | ПРАКТИКА: Групповое задание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2:50-3:00 | Презентации и домашнее задание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E67E22"/>
                </a:solidFill>
              </a:defRPr>
            </a:pPr>
            <a:r>
              <a:t>БЛОК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Эволюция ИИ:</a:t>
            </a:r>
            <a:br/>
            <a:r>
              <a:t>от GPT-3 до современных моделей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Хронология развития LLM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2020 | GPT-3 (175B параметров) - начало революции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2022 | ChatGPT - ИИ для масс (1M пользователей за 5 дней)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2023 | GPT-4, Claude, Bard - год конкуренции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2024 | GPT-4 Turbo, Claude 3, Gemini 1.5 - совершенствование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2025 | GPT-5(?), Claude 4.5, Gemini 2.5 - текущее состояние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980B9"/>
                </a:solidFill>
              </a:defRPr>
            </a:pPr>
            <a:r>
              <a:t>Сравнение современных моделей (2025)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10058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Модель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Контекст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Скорость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Лучше для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Цена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GPT-4o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128K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⚡⚡⚡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Общие задачи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$$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Claude 4.5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200K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⚡⚡⚡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Код, анализ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$$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Gemini 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⚡⚡⚡⚡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Большие документы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$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Grok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128K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⚡⚡⚡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Соцсети, тренды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$$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Ключевые тренды 2025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🎨 Мультимодальность: текст + изображения + аудио + видео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📚 Длинный контекст: от 4K до 1M токенов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🎯 Специализация: модели для кода, research, творчества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💻 Локальные модели: LLaMA, Mistral на своем компьютере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🤖 Агентные системы: ИИ выполняет цепочки задач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80B9"/>
                </a:solidFill>
              </a:defRPr>
            </a:pPr>
            <a:r>
              <a:t>Эволюция промпт-инжиниринга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❌ РАНЬШЕ (2022-2023):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• Очень детальные инструкции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• Модели часто ошибались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• Маленький контекст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• Нужны были "хаки"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• Длинные промпты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✅ СЕЙЧАС (2025):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• Модели умнее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• Понимают контекст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• Огромный контекст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• Системный подход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• Короткие, точные промпты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E67E22"/>
                </a:solidFill>
              </a:defRPr>
            </a:pPr>
            <a:r>
              <a:t>БЛОК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Что такое</a:t>
            </a:r>
            <a:br/>
            <a:r>
              <a:t>промпт-инжиниринг в 2025?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Что такое промпт-инжиниринг?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Искусство и наука формулирования запросов к ИИ-моделям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для получения оптимальных результатов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Промпт-инженер = "переводчик" между человеком и ИИ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Это НЕ просто "писать запросы в ChatGPT"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Это системный подход к работе с ИИ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Анатомия хорошего промпта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1. КОНТЕКСТ - фоновая информация для задачи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   Пример: 'Я разрабатываю веб-приложение на Python + FastAPI'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2. ИНСТРУКЦИЯ - что конкретно нужно сделать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   Пример: 'Создай API endpoint для регистрации пользователя'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3. ВВОД - данные для работы (если нужно)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   Пример: параметры, требования, ограничения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4. ФОРМАТ ВЫВОДА - как должен выглядеть результат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   Пример: 'Python код с типизацией и docstring'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5 ключевых принципов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1. БУДЬТЕ КОНКРЕТНЫ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   Чем точнее промпт, тем лучше результат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2. ИСПОЛЬЗУЙТЕ ПРИМЕРЫ (Few-shot prompting)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   Покажите, что вы хотите получить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3. РАЗБИВАЙТЕ СЛОЖНЫЕ ЗАДАЧИ (Chain of Thought)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   Просите решать пошагово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4. ЗАДАВАЙТЕ ФОРМАТ ВЫВОДА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   Структура, JSON, таблица, список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5. ИТЕРАТИВНО УЛУЧШАЙТЕ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   Первый промпт редко идеален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80B9"/>
                </a:solidFill>
              </a:defRPr>
            </a:pPr>
            <a:r>
              <a:t>Основные техники промптинга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📌 Zero-shot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Задача без примеров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'Переведи текст на английский'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📌 Few-shot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Задача с примерами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'Вот 3 примера... Теперь ты'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📌 Chain-of-Thought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Пошаговое рассуждение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'Объясни каждый шаг решения'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📌 Role Prompting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Задание роли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'Ты опытный Python разработчик...'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📌 Self-Consistency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Несколько решений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'Реши тремя способами'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📌 Instruction Following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Четкие инструкции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'Шаг 1... Шаг 2... Шаг 3...'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Практические применения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💻 Генерация кода: API, функции, рефакторинг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📊 Анализ данных: статистика, insights, визуализация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📝 Написание документации: README, API docs, tutorials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🎨 Креативный контент: статьи, посты, описания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🐛 Отладка: поиск багов, объяснение ошибок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🔍 Исследования: поиск информации, суммаризация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E67E22"/>
                </a:solidFill>
              </a:defRPr>
            </a:pPr>
            <a:r>
              <a:t>БЛОК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Карьерные перспективы</a:t>
            </a:r>
            <a:br/>
            <a:r>
              <a:t>и зарплаты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980B9"/>
                </a:solidFill>
              </a:defRPr>
            </a:pPr>
            <a:r>
              <a:t>Зарплаты промпт-инженеров (2025)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12573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Уровень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США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Европа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СНГ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Junior (0-1 год)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$60-90K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€45-65K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$10-18K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Middle (1-3 года)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$90-140K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€65-95K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$18-36K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Senior (3+ года)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$140-200K+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€95-130K+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$36-60K+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Специализации в промпт-инжиниринге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💼 Content &amp; Marketing - генерация контента ($50-90K)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💻 Code Assistant - генерация и оптимизация кода ($80-120K)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📊 Research &amp; Analytics - анализ данных ($70-110K)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🎧 Customer Support - автоматизация поддержки ($65-100K)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📚 Education &amp; Training - образовательные продукты ($55-90K)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Карьерные траектории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🎯 ПУТЬ 1: Технический специалист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Junior → Middle → Senior → Lead AI Engineer ($150-250K+)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🎯 ПУТЬ 2: Продуктовый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Junior → AI Product Specialist → AI PM → Head of AI ($120-200K+)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🎯 ПУТЬ 3: Фриланс/Консалтинг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Middle → Freelance AI Engineer → Own Agency ($5-20K/мес)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🎯 ПУТЬ 4: Предпринимательство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Запуск ИИ-продукта, SaaS, курсы ($0-500K+)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План действий: от новичка до Junior за 6 месяцев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МЕСЯЦ 1-2: Обучение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• Курсы, практика 2-3 часа/день, регистрация на платформах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МЕСЯЦ 3-4: Портфолио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• 10-15 проектов, GitHub/Notion, статьи, первый фриланс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МЕСЯЦ 5-6: Первая работа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• Резюме, LinkedIn, 10-15 заявок/неделю, интервью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✅ Порог входа НИЗКИЙ | Не нужен tech бэкграунд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✅ Remote доступен | Английский B2+ критичен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E67E22"/>
                </a:solidFill>
              </a:defRPr>
            </a:pPr>
            <a:r>
              <a:t>БЛОК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Обзор бесплатных</a:t>
            </a:r>
            <a:br/>
            <a:r>
              <a:t>ИИ-платформ 2025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80B9"/>
                </a:solidFill>
              </a:defRPr>
            </a:pPr>
            <a:r>
              <a:t>ChatGPT (OpenAI)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✅ СИЛЬНЫЕ СТОРОНЫ: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• Самая популярная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• Большое сообщество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• Custom GPTs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• Плагины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• Code Interpreter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• Отличный для общих задач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❌ СЛАБЫЕ СТОРОНЫ: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• Лимиты на бесплатной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• Контекст 128K (меньше)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• Иногда перегружен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• Недоступен в некоторых странах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🎯 ЛУЧШЕ ДЛЯ: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Общие задачи, контент, обучение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80B9"/>
                </a:solidFill>
              </a:defRPr>
            </a:pPr>
            <a:r>
              <a:t>Claude (Anthropic)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✅ СИЛЬНЫЕ СТОРОНЫ: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• Отличная работа с кодом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• Большой контекст (200K)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• Анализ документов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• Projects (организация)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• Этичный и безопасный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• Лучший для code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❌ СЛАБЫЕ СТОРОНЫ: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• Более консервативный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• Лимиты на бесплатной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• Недоступен везде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🎯 ЛУЧШЕ ДЛЯ: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Код, анализ, длинные документы,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рефакторинг, техническая документация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80B9"/>
                </a:solidFill>
              </a:defRPr>
            </a:pPr>
            <a:r>
              <a:t>Google AI Studio (Gemini)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✅ СИЛЬНЫЕ СТОРОНЫ: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• ОГРОМНЫЙ контекст (1M!)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• Очень быстрый (Flash)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• Мультимодальность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• Интеграция с Google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• Щедрые бесплатные лимиты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• Может анализировать видео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❌ СЛАБЫЕ СТОРОНЫ: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• Менее дружелюбный UI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• Меньше известен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• Иногда менее точен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🎯 ЛУЧШЕ ДЛЯ: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Огромные документы, видео,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мультимодальные задачи, эксперименты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80B9"/>
                </a:solidFill>
              </a:defRPr>
            </a:pPr>
            <a:r>
              <a:t>Дополнительные платформы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🔍 PERPLEXITY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• Реальный поиск в интернете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• Актуальная информация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• Ссылки на источники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• Academic mode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🎯 ЛУЧШЕ ДЛЯ: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Исследования, новости,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проверка фактов, academic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📚 NOTEBOOKLM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• Работа с вашими документами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• Аудио-подкасты из текста (!)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• Суммаризация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• Цитирование источников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🎯 ЛУЧШЕ ДЛЯ: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Обучение, работа с research,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подготовка к экзаменам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980B9"/>
                </a:solidFill>
              </a:defRPr>
            </a:pPr>
            <a:r>
              <a:t>Когда что использовать?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718457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Задача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Лучший выбор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Альтернатива</a:t>
                      </a:r>
                    </a:p>
                  </a:txBody>
                  <a:tcPr>
                    <a:solidFill>
                      <a:srgbClr val="2980B9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Написание кода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Claude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ChatGPT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Исследование темы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Perplexity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Gemini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Анализ большого документа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Gemini (1M)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Claude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Креативное письмо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ChatGPT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Claude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Обучение новой теме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NotebookLM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Claude</a:t>
                      </a:r>
                    </a:p>
                  </a:txBody>
                  <a:tcPr/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Актуальные новости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Perplexity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Grok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E67E22"/>
                </a:solidFill>
              </a:defRPr>
            </a:pPr>
            <a:r>
              <a:t>БЛОК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Время практики!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Практика 1: Регистрация на платформах (20 мин)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Что будем делать: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1. Регистрация на ChatGPT (5 мин)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   • Демо от преподавателя → вы регистрируетесь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2. Регистрация на Claude (5 мин)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   • Демо → регистрация → проверка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3. Регистрация на Google AI Studio (5 мин)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   • Демо → регистрация → проверка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4. Тестовый промпт на всех платформах (5 мин)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   • Убедиться что все работает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Практика 2: Первые промпты (30 мин)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4 упражнения для сравнения моделей: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1. Генерация текста (5 мин)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   • Один промпт → три платформы → сравнение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2. Генерация кода (7 мин)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   • Python функция → сравнение качества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3. Анализ и рассуждения (8 мин)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   • Бизнес-кейс → глубина анализа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4. Творческая задача (10 мин)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   • Идея приложения → креативность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Практика 3: Групповое задание (20 мин)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Работа в группах 2-3 человека: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1. Выбор задачи (5 мин)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   • Контент-маркетинг, Программирование, Бизнес-анализ, или Обучение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2. Выполнение на трех платформах (10 мин)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   • Разделить работу в команде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3. Анализ и подготовка презентации (5 мин)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   • Сравнительная таблица → выводы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4. Презентации (5 мин)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   • 2-3 минуты на команду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Критерии сравнения моделей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Оценивайте по шкале 1-5: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• Полнота ответа - все ли требования выполнены?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• Качество результата - насколько хорош вывод?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• Следование инструкциям - точность выполнения?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• Структурированность - логичная организация?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• Практичность - применимо в реальной работе?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• Креативность - оригинальность подхода (если нужно)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Итог: какую модель выберете для этой задачи?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E67E22"/>
                </a:solidFill>
              </a:defRPr>
            </a:pPr>
            <a:r>
              <a:t>БЛОК 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Домашнее задание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Домашнее задание: Мини-исследование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ЧАСТЬ 1: Найдите 5 примеров использования ИИ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• В вашей сфере интересов (код, маркетинг, дизайн, и т.д.)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• Опишите: задача, инструмент, промпт, результат, инсайты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ЧАСТЬ 2: Глубокий эксперимент с одним примером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• Попробуйте на 2+ платформах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• Итеративно улучшите промпт (минимум 3 версии)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• Сравните результаты, сделайте выводы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ФОРМАТ: Markdown файл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СРОК: До следующего занятия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ОЦЕНКА: Pass/Fail (70/100 баллов для зачета)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Критерии оценки домашнего задания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Часть 1 (60 баллов):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• 5 примеров по 10 баллов каждый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• Все компоненты описаны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• Конкретика и детали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Часть 2 (40 баллов):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• Практическая реализация (10)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• Сравнение платформ (10)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• 3+ итерации улучшения (15)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• Выводы и рефлексия (5)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Бонусы: оригинальность (+10), глубина анализа (+10),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визуализация (+5), sharing с группой (+5)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Что вы узнали сегодня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✅ Эволюция ИИ и современное состояние технологий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✅ Основы промпт-инжиниринга и ключевые техники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✅ Карьерные возможности и реальный рынок труда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✅ Работа с ChatGPT, Claude, Gemini, и др.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✅ Создание эффективных промптов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✅ Сравнение и выбор подходящей модели для задачи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🎯 Следующий модуль: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Основы создания эффективных промптов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(продвинутые техники, оптимизация, системы промптов)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Полезные ресурсы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📚 Обучение: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• promptingguide.ai - бесплатный гайд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• learnprompting.org - интерактивный курс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• OpenAI Cookbook - примеры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💼 Работа: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• LinkedIn - поиск вакансий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• aijobs.net - специализированный job board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• Upwork, Toptal - фриланс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👥 Сообщества: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• r/PromptEngineering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• Discord: OpenAI, Anthropic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• Twitter: #PromptEngineering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Спасибо за внимание!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Вопросы? 💬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Контакты и следующие шаги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📧 Email преподавателя: [ваш email]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💬 Общий чат группы: [ссылка на Telegram/Discord]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📁 Материалы курса: [ссылка на Google Drive/GitHub]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📝 Домашнее задание: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• Шаблон: [ссылка]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• Срок сдачи: [дата]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• Отправить на: [email]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📅 Следующее занятие: [дата и время]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2C3E50"/>
                </a:solidFill>
              </a:defRPr>
            </a:pPr>
            <a:r>
              <a:t>• 🚀 Удачи в изучении промпт-инжиниринга!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